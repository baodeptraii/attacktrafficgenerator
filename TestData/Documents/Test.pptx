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66BE8-8BBA-3EB7-2B2C-A10EA31907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D7EF50-E51C-5D99-69E1-D44E5A58F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0A680D-2790-6495-AE19-A3F3624BE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5344A-F956-B172-BEED-620182B6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0A85-45D2-A626-EBF0-1487B320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158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1A2DF-3373-F76D-7605-07B7376CF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09C9F-308E-B516-0CBB-A9E98A5FA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BF11D-A59D-BD0E-A73A-91B83F330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C6645-B4C8-A2D9-2F3A-81527395C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E4EFD-08A0-4122-261B-09E73E54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838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1D099-0509-3BA9-5F1F-7BC65279B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12470-7C25-D480-7233-BEF838FD5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338FB-E2AC-9D90-351F-D8085579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2A9C7-515B-6625-D3AC-B10353564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C03F8-F9F5-3EA6-764A-B88CB064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5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9966-21C9-5A24-5C44-0D0C604FC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C3930-B4B1-8964-CB05-7E36C662A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2F568-6ECB-C3A7-7D4A-0CA1FC70C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69EDA-E6AF-E2C6-2D6A-F5FE6502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FF3A8-B6B6-16B4-1857-B770F8573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2FF75-D07D-AE51-9A74-57B1B6B86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AF78-4C36-5951-EE31-EA0A68930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C6B1-2282-0585-8B56-1CB9D47B95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A50C5-ED38-07CD-080F-5AE6BD9F8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D7FAC5-0FB3-F814-7193-FB581A224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1639F-C0E9-A779-B58D-0469B558B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9C4329-030C-F358-9ED7-3455BC05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9405B3-ACBA-CC85-F92F-789382E8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188C43-A9EC-3650-2361-D077134D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83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91504-BF03-AD33-FF75-D4859888B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9F9FB-435A-802C-D782-1ADA7D561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32457A-0391-10EB-CEC2-E667BE51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E52DAC-8390-342C-8559-9BDFB9FB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71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1D32B3-0C9F-A20A-549D-74F4DC843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77B25C-2C83-2580-47EA-50E1FBD2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0BCC6-BA9F-99FA-6BB3-B4F4791E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4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A721E-0B1B-513F-F53B-4BAF90BB4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2F4A-876D-5976-43C0-8D557D21E1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3E0BF-DF65-CEAA-F54E-A4EA97CADD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753C7-F5A6-4A11-FECC-1DC17128E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2D8A0-2C02-F552-70A3-CE20751D4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5F577-8CB1-4401-5507-F63F9EEB4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28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B7C44-FF7B-1DA7-5EEB-374C43E21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60A12-8EAE-723F-4AC3-D926DA44D4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C1FC7-12F3-BD6A-DD8D-67DC8940B0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6CC56-4801-9936-0613-B3462C5A5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91FDF-F879-3F25-DB7F-AE50769BB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55B60-CC13-A80B-A1D7-A74E686D6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76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F36B-3631-4A0C-411B-30090E883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535C4-2FB2-0985-4500-6BAC91718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84D49-66A0-AF7A-ABF3-74DD498B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5A449-42A9-BEE1-6512-2E49817D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1885B-8543-C714-68A4-90410524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10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213606-6824-B4DC-DD1A-8E55CDF4AC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E91765-DE4D-ED3B-AA07-0B0FC62E3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3F3C3B-BA4D-BA60-4C3F-D50A164C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2EAA9-85FF-275E-A2A1-8B407C6F4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39D60-584D-EE6E-2DFF-09317D14A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81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7C5E23-4C0A-F321-67B4-6907E8FD5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A73F52-C12C-ECAD-16EC-C1E2B1D80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3CE55-AE09-CD19-8E3E-E57F6E810A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1CB5D-E6D9-433A-A888-D2C6330C062E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E90F4-538F-7B52-160C-D1EA26E5B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39E28-9362-5FF2-6AF5-502EBFFB3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BFFD2-C613-475F-9B2A-FB786769C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15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31FD8-401F-EA0C-25E3-BB9B45DE46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This is a test file :) </a:t>
            </a:r>
            <a:br>
              <a:rPr lang="en-US"/>
            </a:b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46D64-74AD-40E4-FFE4-B1E15DD859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46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a test file :)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Trương Quốc Bảo</dc:creator>
  <cp:lastModifiedBy>Trương Quốc Bảo</cp:lastModifiedBy>
  <cp:revision>1</cp:revision>
  <dcterms:created xsi:type="dcterms:W3CDTF">2026-01-21T15:13:19Z</dcterms:created>
  <dcterms:modified xsi:type="dcterms:W3CDTF">2026-01-21T15:13:25Z</dcterms:modified>
</cp:coreProperties>
</file>